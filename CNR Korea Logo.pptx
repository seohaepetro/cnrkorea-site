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4" r:id="rId2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0802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4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6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B5C87D-6F14-4C27-9548-2EECF253C54F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C8B847-B447-4928-8262-F52FE198A2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5509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F84E16-9302-4217-83ED-488EFD751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EE8F46A-CBEF-49E8-B4E4-07B961E03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7E7B70-1C8B-4E5B-B21D-AA636827F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D8B3-A18E-40D4-A854-91BE1181EBB4}" type="datetimeFigureOut">
              <a:rPr lang="ko-KR" altLang="en-US" smtClean="0"/>
              <a:t>2025-12-14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24C7DA-A71B-4456-BF77-A9074B1AA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B95F54-9A52-43FE-BBDC-D57C2EC6E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BB508-7AC4-4477-99F1-7D9AE38426D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23501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08DD63-B306-4C2E-9AFD-471E7C252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09AAEE-6676-4568-8579-48C934A60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D47554-8F55-4CB8-B9A2-818B68379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D8B3-A18E-40D4-A854-91BE1181EBB4}" type="datetimeFigureOut">
              <a:rPr lang="ko-KR" altLang="en-US" smtClean="0"/>
              <a:t>2025-12-14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3B11D4-1837-4BBE-80C9-987E15CDE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B3B1C5-FA41-4DE7-A2B6-085BE2DFD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BB508-7AC4-4477-99F1-7D9AE38426D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02996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25793-DD14-4C07-AEF9-75C99AEFD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11E3CB-8DDB-4B93-974C-2464810B2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42432C-0C67-4C15-9C48-2E1613359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D8B3-A18E-40D4-A854-91BE1181EBB4}" type="datetimeFigureOut">
              <a:rPr lang="ko-KR" altLang="en-US" smtClean="0"/>
              <a:t>2025-12-14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50B0DA-FF4B-4809-9026-6CBF4204B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6381CE-4154-47D8-AA1E-D61089406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BB508-7AC4-4477-99F1-7D9AE38426D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7864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B5B8DC-AE28-4C41-ADA6-380C3D4F9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0B5870-2D32-47DF-9115-D470668B2A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00157A1-A021-4B7E-8DE1-74DACDA8CD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182515-3260-4C57-B567-243CC0F12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D8B3-A18E-40D4-A854-91BE1181EBB4}" type="datetimeFigureOut">
              <a:rPr lang="ko-KR" altLang="en-US" smtClean="0"/>
              <a:t>2025-12-14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3CFA7B-A056-4C63-A257-F9ABE08F3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DEEC82-AA6E-4363-A9D6-8E70B4CAE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BB508-7AC4-4477-99F1-7D9AE38426D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0743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244F2D-98B5-4C4A-B26F-E61A67BAA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C4A95E-F798-4B60-A25A-2BA9AA8F8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10EF5D-3DF1-405A-BE63-7EA0F09C36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2CA4F16-D957-49C6-B598-F8F3BF2565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94BB268-6217-44A3-B478-F9654C44A2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FDB74A6-81D7-456D-BE28-CE5F44DFC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D8B3-A18E-40D4-A854-91BE1181EBB4}" type="datetimeFigureOut">
              <a:rPr lang="ko-KR" altLang="en-US" smtClean="0"/>
              <a:t>2025-12-14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9772A7D-56A4-49FD-B5BB-C770FD19F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F19F959-28BB-4E3D-B2B3-9D6D94EC5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BB508-7AC4-4477-99F1-7D9AE38426D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0299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91D602-8723-4366-AACF-065DB1419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2F4E310-292C-45F9-9F07-3D6A20362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D8B3-A18E-40D4-A854-91BE1181EBB4}" type="datetimeFigureOut">
              <a:rPr lang="ko-KR" altLang="en-US" smtClean="0"/>
              <a:t>2025-12-14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4027D40-2780-4694-969F-29BD01132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E8C5FF-21C9-47CF-A575-5A3D82A7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BB508-7AC4-4477-99F1-7D9AE38426D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5331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8443124-7A6F-404A-8DE6-CD6931D26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D8B3-A18E-40D4-A854-91BE1181EBB4}" type="datetimeFigureOut">
              <a:rPr lang="ko-KR" altLang="en-US" smtClean="0"/>
              <a:t>2025-12-14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D83ADC3-34BF-4378-910D-A4DE8C384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FEB7D9-B8E4-4B6F-82F9-3D3406978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BB508-7AC4-4477-99F1-7D9AE38426D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4151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B148F3-3861-4051-A05E-458F88202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1404E9-8FF6-42C8-AD8B-0AFFA9322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D9E63ED-7E65-4287-AAB6-B7544D9CBB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6E993E-95D3-4E2D-A296-AF7CF421E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D8B3-A18E-40D4-A854-91BE1181EBB4}" type="datetimeFigureOut">
              <a:rPr lang="ko-KR" altLang="en-US" smtClean="0"/>
              <a:t>2025-12-14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D043041-BF6B-4668-9F63-9F0F029C3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39B139-5E3B-4C56-A9C6-6BD07C20C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BB508-7AC4-4477-99F1-7D9AE38426D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3757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D30D52-C5A2-4726-89EC-B5BEFFB80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AC91E1C-DB1B-4EBF-837C-F944DC3CEF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A14AEAC-695F-4A62-94D3-C0C31DA1DF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01850EE-71A5-4A74-A3F3-87B8C57DB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D8B3-A18E-40D4-A854-91BE1181EBB4}" type="datetimeFigureOut">
              <a:rPr lang="ko-KR" altLang="en-US" smtClean="0"/>
              <a:t>2025-12-14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981EC0-4266-4A03-B611-2442040E0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C8D79D9-4EA2-4568-B991-4E57ABF46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BB508-7AC4-4477-99F1-7D9AE38426D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757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7FF254-317F-4A94-92F4-0041B80FC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5F004E1-3C1A-49F0-A374-BC537A2D7B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6DDEB6-D34B-4B93-A772-773AEAB28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D8B3-A18E-40D4-A854-91BE1181EBB4}" type="datetimeFigureOut">
              <a:rPr lang="ko-KR" altLang="en-US" smtClean="0"/>
              <a:t>2025-12-14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5C1727-9D14-4D64-86FB-C0627EDA5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B969F0-5038-4B33-8429-4E4EE5D2A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BB508-7AC4-4477-99F1-7D9AE38426D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3691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CA538A5-395C-41CE-AAA1-059C2B7A35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A556E6F-5646-4950-8336-9744A422D6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EF23DF-A73B-4118-909E-D93A8DEC4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D8B3-A18E-40D4-A854-91BE1181EBB4}" type="datetimeFigureOut">
              <a:rPr lang="ko-KR" altLang="en-US" smtClean="0"/>
              <a:t>2025-12-14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B5A6ED-7A72-44E8-9F72-77D5C1E6C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E4AD03-A424-40D1-B40A-E92C35EA3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BB508-7AC4-4477-99F1-7D9AE38426D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3524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61ABE3E-E6BE-4EAC-86B1-49D0C3AED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89F94D-B9B1-4ACE-8D64-19B2ADD190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21B3FC-7CAC-4189-A3C2-3EBABE4314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98D8B3-A18E-40D4-A854-91BE1181EBB4}" type="datetimeFigureOut">
              <a:rPr lang="ko-KR" altLang="en-US" smtClean="0"/>
              <a:t>2025-12-14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C0D91-AD3D-41F9-94B8-EEA7B374BF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87B66F-E23B-4480-B8AB-0CD5A9800E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1BB508-7AC4-4477-99F1-7D9AE38426D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95387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6C0C5D4-99B3-18FC-743E-F8678BCF41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51"/>
          <a:stretch>
            <a:fillRect/>
          </a:stretch>
        </p:blipFill>
        <p:spPr>
          <a:xfrm>
            <a:off x="2608724" y="1467762"/>
            <a:ext cx="6974551" cy="392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023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8257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고 영숙</dc:creator>
  <cp:lastModifiedBy>성근 손</cp:lastModifiedBy>
  <cp:revision>154</cp:revision>
  <cp:lastPrinted>2024-01-22T11:41:53Z</cp:lastPrinted>
  <dcterms:created xsi:type="dcterms:W3CDTF">2022-03-02T09:56:48Z</dcterms:created>
  <dcterms:modified xsi:type="dcterms:W3CDTF">2025-12-14T07:19:01Z</dcterms:modified>
</cp:coreProperties>
</file>